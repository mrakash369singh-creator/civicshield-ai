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46304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CivicShield AI</a:t>
            </a:r>
          </a:p>
          <a:p>
            <a:pPr>
              <a:defRPr sz="1800">
                <a:solidFill>
                  <a:srgbClr val="D2D2D2"/>
                </a:solidFill>
              </a:defRPr>
            </a:pPr>
            <a:r>
              <a:t>Smart city operations • AI-driven incident detection &amp; 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91440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Problem: Urban infrastructure issues go undetected or take too long to resolve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Citizens report incidents sporadically; authorities lack prioritized, verifiable, and routed reports with SLA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9144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Solution: CivicShield AI</a:t>
            </a:r>
          </a:p>
          <a:p>
            <a:pPr>
              <a:defRPr sz="1600">
                <a:solidFill>
                  <a:srgbClr val="E6E6E6"/>
                </a:solidFill>
              </a:defRPr>
            </a:pPr>
            <a:r>
              <a:t>AI-powered image analysis (YOLO), priority engine, hotspot detection, SLA manager, and authority dashboard for real-time operations.</a:t>
            </a:r>
          </a:p>
        </p:txBody>
      </p:sp>
      <p:pic>
        <p:nvPicPr>
          <p:cNvPr id="4" name="Picture 3" descr="005f1ca5cff246358b389419660fb5c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914400"/>
            <a:ext cx="2743200" cy="1432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late_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78638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6E6E6"/>
                </a:solidFill>
              </a:defRPr>
            </a:pPr>
            <a:r>
              <a:t>Frontend (Vite + React) – FastAPI backend – AI services (YOLO inference) – PostgreSQL/SQLite – Authority dashboard &amp; Map APIs.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